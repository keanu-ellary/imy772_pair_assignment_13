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49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23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5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98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58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57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14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690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14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15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8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D5EEE9-A7CA-90B0-45CD-99D2CDF397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6250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5C9618-26E7-1194-760B-194CF9619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How to set up a GitHub Repository</a:t>
            </a:r>
            <a:endParaRPr lang="en-ZA" sz="5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9EF0F-9936-B45E-946A-1E3098CDA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Starting from scratch</a:t>
            </a:r>
          </a:p>
          <a:p>
            <a:r>
              <a:rPr lang="en-US" sz="2200">
                <a:solidFill>
                  <a:srgbClr val="FFFFFF"/>
                </a:solidFill>
              </a:rPr>
              <a:t>Using GitHub Actions</a:t>
            </a:r>
            <a:endParaRPr lang="en-ZA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455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738617-3D56-5E3F-10B9-39AF8F10E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6339E9-404B-56D9-7FE4-C1AE7E22B1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6250"/>
          <a:stretch>
            <a:fillRect/>
          </a:stretch>
        </p:blipFill>
        <p:spPr>
          <a:xfrm rot="10800000"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6D95FC-EDFC-3C10-1770-C498D80A2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So…lets review</a:t>
            </a:r>
            <a:endParaRPr lang="en-ZA" sz="5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41A9E-D3B0-0318-5E1A-803EB2EEF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Step 1: Go to github.com</a:t>
            </a:r>
          </a:p>
          <a:p>
            <a:pPr marL="0" indent="0">
              <a:buNone/>
            </a:pPr>
            <a:r>
              <a:rPr lang="en-US" sz="2400" dirty="0"/>
              <a:t>Step 2: Sign up/login.</a:t>
            </a:r>
          </a:p>
          <a:p>
            <a:pPr marL="0" indent="0">
              <a:buNone/>
            </a:pPr>
            <a:r>
              <a:rPr lang="en-US" sz="2400" dirty="0"/>
              <a:t>Step 3: Create a new repository by using either of the 2 buttons.</a:t>
            </a:r>
          </a:p>
          <a:p>
            <a:pPr marL="0" indent="0">
              <a:buNone/>
            </a:pPr>
            <a:r>
              <a:rPr lang="en-US" sz="2400" dirty="0"/>
              <a:t>Step 4: Name your repo and create a readme. Then click create.</a:t>
            </a:r>
          </a:p>
          <a:p>
            <a:pPr marL="0" indent="0">
              <a:buNone/>
            </a:pPr>
            <a:r>
              <a:rPr lang="en-US" sz="2400" dirty="0"/>
              <a:t>Step 5: Click “actions” and click “set up a workflow yourself”.</a:t>
            </a:r>
          </a:p>
          <a:p>
            <a:pPr marL="0" indent="0">
              <a:buNone/>
            </a:pPr>
            <a:r>
              <a:rPr lang="en-US" sz="2400" dirty="0"/>
              <a:t>Step 6: Code the file and click commit.</a:t>
            </a:r>
          </a:p>
          <a:p>
            <a:pPr marL="0" indent="0">
              <a:buNone/>
            </a:pPr>
            <a:r>
              <a:rPr lang="en-US" sz="2400" dirty="0"/>
              <a:t>Step 7: Done.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939343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94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Neue Haas Grotesk Text Pro</vt:lpstr>
      <vt:lpstr>VanillaVTI</vt:lpstr>
      <vt:lpstr>How to set up a GitHub Repository</vt:lpstr>
      <vt:lpstr>So…lets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Keanu Ellary</dc:creator>
  <cp:lastModifiedBy>Keanu Ellary</cp:lastModifiedBy>
  <cp:revision>3</cp:revision>
  <dcterms:created xsi:type="dcterms:W3CDTF">2026-03-27T11:26:18Z</dcterms:created>
  <dcterms:modified xsi:type="dcterms:W3CDTF">2026-03-27T11:39:01Z</dcterms:modified>
</cp:coreProperties>
</file>